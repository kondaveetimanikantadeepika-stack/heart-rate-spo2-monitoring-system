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24" Type="http://schemas.openxmlformats.org/officeDocument/2006/relationships/font" Target="fonts/MavenPro-bold.fntdata"/><Relationship Id="rId12" Type="http://schemas.openxmlformats.org/officeDocument/2006/relationships/slide" Target="slides/slide7.xml"/><Relationship Id="rId23" Type="http://schemas.openxmlformats.org/officeDocument/2006/relationships/font" Target="fonts/Maven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3399cac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33399cac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3399cac1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33399cac1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c84c54b3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3c84c54b3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c84c54b3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c84c54b3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3c84c54b3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3c84c54b3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33399cac1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33399cac1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c84c54b3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c84c54b3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c84c54b3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3c84c54b3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c84c54b3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3c84c54b3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3c84c54b3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3c84c54b3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33399cac1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33399cac1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c84c54b3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3c84c54b3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3399cac1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33399cac1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examplelink.com" TargetMode="External"/><Relationship Id="rId4" Type="http://schemas.openxmlformats.org/officeDocument/2006/relationships/hyperlink" Target="https://examplelink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/>
        </p:nvSpPr>
        <p:spPr>
          <a:xfrm>
            <a:off x="-1104425" y="98850"/>
            <a:ext cx="11830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80439" marR="107251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" sz="2000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</a:t>
            </a:r>
            <a:r>
              <a:rPr b="0" i="0" lang="en" sz="2000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 OF ENGINEERING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07251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&amp; TECHNOLOGY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80439" marR="107251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2000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</a:t>
            </a: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AND</a:t>
            </a:r>
            <a:r>
              <a:rPr b="1" i="0" lang="en" sz="2000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2000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ENGINEERING</a:t>
            </a:r>
            <a:endParaRPr b="0" i="0" sz="2000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-511147" y="2276728"/>
            <a:ext cx="1183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-1616925" y="1463550"/>
            <a:ext cx="12192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BACHELOR OF TECHNOLOGY  </a:t>
            </a:r>
            <a:endParaRPr sz="2200">
              <a:solidFill>
                <a:srgbClr val="FF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</a:t>
            </a:r>
            <a:r>
              <a:rPr lang="e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</a:t>
            </a:r>
            <a:r>
              <a:rPr lang="en" sz="1800">
                <a:solidFill>
                  <a:srgbClr val="FF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lang="en" sz="20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AND  COMMUNICATION ENGINEERING</a:t>
            </a:r>
            <a:endParaRPr sz="2200">
              <a:solidFill>
                <a:srgbClr val="FF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							     </a:t>
            </a:r>
            <a:r>
              <a:rPr lang="e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Under the Esteemed Guidance of</a:t>
            </a:r>
            <a:endParaRPr>
              <a:solidFill>
                <a:srgbClr val="FF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</a:t>
            </a:r>
            <a:r>
              <a:rPr b="1" lang="en" sz="22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Mrs.L.SATISH,</a:t>
            </a:r>
            <a:r>
              <a:rPr b="1" lang="en" sz="15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M.Tech</a:t>
            </a:r>
            <a:r>
              <a:rPr b="1" lang="en" sz="22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FF99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</a:t>
            </a:r>
            <a:r>
              <a:rPr lang="en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2021-2025</a:t>
            </a:r>
            <a:endParaRPr sz="2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-401500" y="1272166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6B2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rgbClr val="F6B2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b="1" lang="en" sz="24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 &amp;SPO2 MONITORING SYSTEM</a:t>
            </a:r>
            <a:endParaRPr sz="24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oogle Shape;109;p16"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75" y="98850"/>
            <a:ext cx="1251600" cy="7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/>
        </p:nvSpPr>
        <p:spPr>
          <a:xfrm>
            <a:off x="-72825" y="3508475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</a:t>
            </a:r>
            <a:r>
              <a:rPr lang="en" sz="1800">
                <a:solidFill>
                  <a:srgbClr val="E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: </a:t>
            </a:r>
            <a:endParaRPr sz="1800">
              <a:solidFill>
                <a:srgbClr val="E0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1440300" y="3840675"/>
            <a:ext cx="626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K.SRAVANI                           (21EM1A0464)</a:t>
            </a:r>
            <a:endParaRPr sz="18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K.M DEEPIKA                      (21EM1A0459)</a:t>
            </a:r>
            <a:endParaRPr sz="18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MOUNIKA MANASA      (21EM1A0451)</a:t>
            </a:r>
            <a:endParaRPr sz="18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B.L M CHANDRAKALA     (21EM1A0420)</a:t>
            </a:r>
            <a:endParaRPr sz="180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3133950" y="602425"/>
            <a:ext cx="603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/>
          <p:nvPr/>
        </p:nvSpPr>
        <p:spPr>
          <a:xfrm>
            <a:off x="992850" y="129700"/>
            <a:ext cx="71583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3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3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623400" y="974794"/>
            <a:ext cx="8520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INTRODUCTION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&amp; LIMITATIONS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AND RESULT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SCOPES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   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5"/>
          <p:cNvSpPr txBox="1"/>
          <p:nvPr>
            <p:ph idx="1" type="body"/>
          </p:nvPr>
        </p:nvSpPr>
        <p:spPr>
          <a:xfrm>
            <a:off x="887100" y="1739950"/>
            <a:ext cx="82569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Monitoring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Continuous monitoring of vital signs such as heart rate and SpO2 is crucial in healthcare.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These parameters play a significant role in diagnosing respiratory and cardiovascular conditions.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Systems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project leverages embedded systems to design a portable, real-time monitoring system.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goal is to create an efficient, cost-effective solution for heart rate and SpO2 tracking that can be used in hospitals or home care settings.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ABSTRACT</a:t>
            </a:r>
            <a:endParaRPr/>
          </a:p>
        </p:txBody>
      </p:sp>
      <p:sp>
        <p:nvSpPr>
          <p:cNvPr id="302" name="Google Shape;302;p16"/>
          <p:cNvSpPr txBox="1"/>
          <p:nvPr>
            <p:ph idx="1" type="body"/>
          </p:nvPr>
        </p:nvSpPr>
        <p:spPr>
          <a:xfrm>
            <a:off x="1303800" y="1915625"/>
            <a:ext cx="7777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focuses on the development of a Heart Rate and SpO2 Monitoring System using embedded systems. The system uses a pulse oximeter sensor to measure the heart rate and blood oxygen saturation (SpO2) levels of a person. The data is processed using a microcontroller and displayed on an LCD/OLED screen. The system provides real-time monitoring of vital signs and has potential applications in healthcare, fitness, and emergency services. Additionally, it can be enhanced to offer remote monitoring using wireless communication technologies.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>
            <p:ph type="title"/>
          </p:nvPr>
        </p:nvSpPr>
        <p:spPr>
          <a:xfrm>
            <a:off x="1056750" y="627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LITERATURE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62500" y="732800"/>
            <a:ext cx="9081600" cy="40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Methods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heart rate and SpO2 measurement systems rely on pulse oximeters connected to dedicated medical devices, such as monitors or ECG machines.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wearable devices (smartwatches) offer heart rate and SpO2 monitoring but may not be as accurate or reliable for medical purposes.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System Solutions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suggests that microcontroller-based pulse oximeter systems can provide a cost-effective, portable solution for vital signs monitoring.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Technological Advancements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sensors like MAX30100/MAX30102 with low-power microcontrollers (e.g., Arduino, ESP32) for accurate and low-cost solutions.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communication via Bluetooth or 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Wifi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remote monitoring.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640475" y="766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FLOW DIAGRAM :-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00" y="894238"/>
            <a:ext cx="7429500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/>
          <p:nvPr>
            <p:ph type="title"/>
          </p:nvPr>
        </p:nvSpPr>
        <p:spPr>
          <a:xfrm>
            <a:off x="1156575" y="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EXISTING SYSTEM  &amp; LIMITATIONS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19"/>
          <p:cNvSpPr txBox="1"/>
          <p:nvPr>
            <p:ph idx="1" type="body"/>
          </p:nvPr>
        </p:nvSpPr>
        <p:spPr>
          <a:xfrm>
            <a:off x="199575" y="416550"/>
            <a:ext cx="8944500" cy="4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pulse oximeters used in healthcare are typically bulky and expensive.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devices require constant manual monitoring and may not provide real-time alerts.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Wearable devices (smartwatches) provide basic monitoring but are not always reliable in detecting abnormal readings or medical-grade measurements.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Medical-grade pulse oximeters can be expensive, limiting accessibility for all users.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 and Portability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Many existing systems are bulky and not suitable for continuous home monitoring.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Wearable devices may lack the accuracy needed for medical use, especially in low blood oxygen saturation levels.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Many devices do not provide real-time alerts or the capability to monitor multiple parameters simultaneously.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880475" y="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344700" y="522625"/>
            <a:ext cx="8799300" cy="45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Components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Pulse Oximeter Sensor (MAX30100/MAX30102)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Used for accurate measurement of heart rate and SpO2 levels.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Microcontroller (Arduino/ESP32)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Handles data collection, processing, and communication with the display or wireless module.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LCD/OLED for real-time visualization of heart rate and SpO2 levels.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Module (Bluetooth/Wi-Fi)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For optional remote monitoring via mobile or PC.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sensor detects variations in light absorption, which correspond to heart rate and blood oxygen levels.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microcontroller processes the data and displays the results on the screen.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Alerts or notifications can be sent if abnormal values are detected, ensuring timely intervention.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03800" y="1744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IMPLEMENTATION AND RESULT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562425" y="767075"/>
            <a:ext cx="8581500" cy="47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Design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pulse oximeter sensor is connected to the microcontroller, with output routed to the display module.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Design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Code written in C or embedded Python to acquire sensor data, process it, and display the results.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system was tested with various subjects, and the readings were compared to standard medical devices to ensure accuracy.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successfully displayed accurate heart rate and SpO2 values.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transmission to a mobile app (if implemented) enabled remote monitoring.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proved to be reliable for continuous monitoring in both clinical and home settings.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1229400" y="129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AND FUTURE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2"/>
          <p:cNvSpPr txBox="1"/>
          <p:nvPr>
            <p:ph idx="1" type="body"/>
          </p:nvPr>
        </p:nvSpPr>
        <p:spPr>
          <a:xfrm>
            <a:off x="744150" y="1415675"/>
            <a:ext cx="8587500" cy="3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Heart Rate &amp; SpO2 Monitoring System is an effective, low-cost solution for continuous monitoring of vital signs.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offers portability, real-time data, and can be easily integrated into both clinical and personal health monitoring environments.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also addresses key limitations of existing medical devices, such as cost and portability.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/>
          <p:nvPr>
            <p:ph type="title"/>
          </p:nvPr>
        </p:nvSpPr>
        <p:spPr>
          <a:xfrm>
            <a:off x="2196775" y="1818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3"/>
          <p:cNvSpPr txBox="1"/>
          <p:nvPr>
            <p:ph idx="1" type="body"/>
          </p:nvPr>
        </p:nvSpPr>
        <p:spPr>
          <a:xfrm>
            <a:off x="1190700" y="10025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Integration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Data can be stored and analyzed in the cloud for long-term health monitoring.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 Integration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Development of a smartphone app to provide real-time notifications and historical data analysis.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Multi-Parameter Monitoring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Integration of additional sensors for monitoring other vital parameters, such as blood pressure or temperature.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Incorporating machine learning algorithms to predict health trends and notify of potential medical conditions before they occur.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REFERENCE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Author, "Title of Article or Book," Journal Name/Publisher, Year.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" sz="18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Pulse Oximeter Sensor MAX30102 Datasheet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Author, "Embedded System Design," Publisher, Year.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Other relevant articles, research papers, and online resources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3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9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